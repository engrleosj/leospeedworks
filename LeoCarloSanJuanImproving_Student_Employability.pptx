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Improving Student Employability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Practical strategies for </a:t>
            </a:r>
            <a:r>
              <a:rPr lang="en-US" dirty="0"/>
              <a:t>students and schools</a:t>
            </a:r>
            <a:r>
              <a:rPr dirty="0"/>
              <a:t> to improve graduate employability</a:t>
            </a:r>
          </a:p>
          <a:p>
            <a:endParaRPr dirty="0"/>
          </a:p>
          <a:p>
            <a:r>
              <a:rPr dirty="0"/>
              <a:t>Target: </a:t>
            </a:r>
            <a:r>
              <a:rPr lang="en-US" dirty="0"/>
              <a:t>Engineering students</a:t>
            </a:r>
            <a:r>
              <a:rPr dirty="0"/>
              <a:t> &amp; Academic Leaders</a:t>
            </a:r>
            <a:r>
              <a:rPr lang="en-US" dirty="0"/>
              <a:t> in the Philippines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Employability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•</a:t>
            </a:r>
            <a:r>
              <a:rPr lang="en-US" dirty="0"/>
              <a:t> Every year the Philippines 500K new    			  graduates</a:t>
            </a:r>
          </a:p>
          <a:p>
            <a:r>
              <a:rPr dirty="0"/>
              <a:t>• Academic skills alone are no longer enough</a:t>
            </a:r>
          </a:p>
          <a:p>
            <a:r>
              <a:rPr dirty="0"/>
              <a:t>• Employers report skill mismatch</a:t>
            </a:r>
          </a:p>
          <a:p>
            <a:r>
              <a:rPr dirty="0"/>
              <a:t>• Graduate outcomes affect school reputati</a:t>
            </a:r>
            <a:r>
              <a:rPr lang="en-US" dirty="0"/>
              <a:t>on</a:t>
            </a:r>
          </a:p>
          <a:p>
            <a:r>
              <a:rPr lang="en-PH" dirty="0"/>
              <a:t>• In SPEEDWORKSENGINEERING we get engineering graduates who want to work as mechanics only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Employers </a:t>
            </a:r>
            <a:r>
              <a:rPr lang="en-US" dirty="0"/>
              <a:t>really </a:t>
            </a:r>
            <a:r>
              <a:rPr dirty="0"/>
              <a:t>Hire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Communication skills</a:t>
            </a:r>
          </a:p>
          <a:p>
            <a:r>
              <a:rPr dirty="0"/>
              <a:t>• Confidence</a:t>
            </a:r>
          </a:p>
          <a:p>
            <a:r>
              <a:rPr dirty="0"/>
              <a:t>• Ability to present ideas</a:t>
            </a:r>
          </a:p>
          <a:p>
            <a:r>
              <a:rPr dirty="0"/>
              <a:t>• Mental alertness</a:t>
            </a:r>
          </a:p>
          <a:p>
            <a:r>
              <a:rPr dirty="0"/>
              <a:t>• Professional conduct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Employability Can Be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Interview performance indicators</a:t>
            </a:r>
          </a:p>
          <a:p>
            <a:r>
              <a:t>• Communication &amp; confidence ratings</a:t>
            </a:r>
          </a:p>
          <a:p>
            <a:r>
              <a:t>• Data-driven employability scoring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Sample Program: Student Employability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Short self-assessment program</a:t>
            </a:r>
          </a:p>
          <a:p>
            <a:r>
              <a:rPr dirty="0"/>
              <a:t>• Students rate themselves on key employability traits</a:t>
            </a:r>
          </a:p>
          <a:p>
            <a:r>
              <a:rPr dirty="0"/>
              <a:t>• Produces an employability score</a:t>
            </a:r>
          </a:p>
          <a:p>
            <a:r>
              <a:rPr dirty="0"/>
              <a:t>• Increases self-awareness before interviews</a:t>
            </a:r>
            <a:endParaRPr lang="en-US" dirty="0"/>
          </a:p>
          <a:p>
            <a:r>
              <a:rPr lang="en-PH" dirty="0"/>
              <a:t>• Predictions based on about 3,000 students scores and ratings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Sample Program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Student inputs self-ratings (1–5)</a:t>
            </a:r>
          </a:p>
          <a:p>
            <a:r>
              <a:t>2. Model evaluates employability probability</a:t>
            </a:r>
          </a:p>
          <a:p>
            <a:r>
              <a:t>3. Output highlights strengths &amp; gaps</a:t>
            </a:r>
          </a:p>
          <a:p>
            <a:r>
              <a:t>4. Students receive improvement focus areas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Data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Communication skills are the biggest gap</a:t>
            </a:r>
          </a:p>
          <a:p>
            <a:r>
              <a:t>• Confidence strongly predicts employability</a:t>
            </a:r>
          </a:p>
          <a:p>
            <a:r>
              <a:t>• Small improvements yield big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Prepare – Measure – Improve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Prepare students intentionally</a:t>
            </a:r>
          </a:p>
          <a:p>
            <a:r>
              <a:t>• Measure employability metrics</a:t>
            </a:r>
          </a:p>
          <a:p>
            <a:r>
              <a:t>• Improve weak areas with targeted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Leadership’s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Align employability with school KPIs</a:t>
            </a:r>
          </a:p>
          <a:p>
            <a:r>
              <a:rPr dirty="0"/>
              <a:t>• Support faculty training</a:t>
            </a:r>
          </a:p>
          <a:p>
            <a:r>
              <a:rPr dirty="0"/>
              <a:t>• Encourage industry collaboration</a:t>
            </a:r>
            <a:endParaRPr lang="en-US" dirty="0"/>
          </a:p>
          <a:p>
            <a:r>
              <a:rPr lang="en-PH" dirty="0"/>
              <a:t>• Focus on what to improve per student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Fair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Developmental not punitive</a:t>
            </a:r>
          </a:p>
          <a:p>
            <a:r>
              <a:t>• Transparent criteria</a:t>
            </a:r>
          </a:p>
          <a:p>
            <a:r>
              <a:t>• Human oversight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Pilot the employability test</a:t>
            </a:r>
          </a:p>
          <a:p>
            <a:r>
              <a:rPr dirty="0"/>
              <a:t>• Run mock interviews</a:t>
            </a:r>
          </a:p>
          <a:p>
            <a:r>
              <a:rPr dirty="0"/>
              <a:t>• Track employability improvements</a:t>
            </a:r>
          </a:p>
          <a:p>
            <a:r>
              <a:t>• Partner with industry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Student Employability Test –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Student Self-Rating</a:t>
            </a:r>
          </a:p>
          <a:p>
            <a:r>
              <a:t>(1–5 Scale)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Employability Model</a:t>
            </a:r>
          </a:p>
          <a:p>
            <a:r>
              <a:t>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Score &amp; Probability</a:t>
            </a:r>
          </a:p>
          <a:p>
            <a: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Improvement Focus</a:t>
            </a:r>
          </a:p>
          <a:p>
            <a:r>
              <a:t>Areas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School-Level Employability Improvement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Teach Employability</a:t>
            </a:r>
          </a:p>
          <a:p>
            <a:r>
              <a:t>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Measure via Test</a:t>
            </a:r>
          </a:p>
          <a:p>
            <a:r>
              <a:t>&amp; Interviews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Analyze Gaps</a:t>
            </a:r>
          </a:p>
          <a:p>
            <a:r>
              <a:t>(Data)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371600"/>
            <a:ext cx="20116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Improve Training</a:t>
            </a:r>
          </a:p>
          <a:p>
            <a:r>
              <a:t>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3864</TotalTime>
  <Words>324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Improving Student Employability</vt:lpstr>
      <vt:lpstr>The Employability Challenge</vt:lpstr>
      <vt:lpstr>What Employers really Hire For</vt:lpstr>
      <vt:lpstr>Employability Can Be Measured</vt:lpstr>
      <vt:lpstr>Sample Program: Student Employability Test</vt:lpstr>
      <vt:lpstr>How the Sample Program Works</vt:lpstr>
      <vt:lpstr>What Data Shows</vt:lpstr>
      <vt:lpstr>Prepare – Measure – Improve Framework</vt:lpstr>
      <vt:lpstr>Leadership’s Role</vt:lpstr>
      <vt:lpstr>Ethical &amp; Fair Use</vt:lpstr>
      <vt:lpstr>Call to Action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Speedworks Engineering</dc:creator>
  <cp:keywords/>
  <dc:description>generated using python-pptx</dc:description>
  <cp:lastModifiedBy>Speedworks Engineering</cp:lastModifiedBy>
  <cp:revision>3</cp:revision>
  <dcterms:created xsi:type="dcterms:W3CDTF">2013-01-27T09:14:16Z</dcterms:created>
  <dcterms:modified xsi:type="dcterms:W3CDTF">2026-01-05T19:11:54Z</dcterms:modified>
  <cp:category/>
</cp:coreProperties>
</file>